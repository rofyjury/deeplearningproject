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group and the paper. Say in one sentence what the paper claims: the transformation between consecutive layers of a decoder is almost perfectly linear.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question. Emphasise that the surprise is how simple the answer turns out to 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the transformer lecture. The residual connection is the structural fact the whole paper is built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no optimisation is needed — this is why the whole analysis is cheap to reproduce.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short — the assignment asks for a brief review of the paper's results so there is time for our own experiments.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the compute limit and explain why the reproduction is still meaningful.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whether we reproduced the 0.99, and point out that the first and last layers are the least linear.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shows we understood the paper and did not just repeat the abstract.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this is counter-intuitive: we expect fine-tuning to add task-specific structure, yet the layers become simpler.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our models are small, so they have less redundancy to give away than a 1.3B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our own simplification of the paper's method — say clearly that it is closed form and why that is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we picked this experiment: it tests a limitation the authors themselves admit, and it is cheap enough for our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assignment explicitly rewards discussing limitations and challenges — spend real time on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the blanks from results.json once the notebook has been run end to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only if someone asks how the metric is computed.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numbers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51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Transformer is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Secretly Linear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974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Razzhigaev, Mikhalchuk, Goncharova, Gerasimenko, Oseledets, Dimitrov, Kuznetsov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of ACL 2024  ·  published August 2024  ·  arXiv:2405.12250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3611880"/>
            <a:ext cx="5120640" cy="1417320"/>
          </a:xfrm>
          <a:prstGeom prst="rect">
            <a:avLst/>
          </a:prstGeom>
          <a:solidFill>
            <a:srgbClr val="2A357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374904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Dvir Musari — 216687566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Idan Rosen — 330841131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Khouri — 330909037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3611880"/>
            <a:ext cx="5120640" cy="1417320"/>
          </a:xfrm>
          <a:prstGeom prst="rect">
            <a:avLst/>
          </a:prstGeom>
          <a:solidFill>
            <a:srgbClr val="2A357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46520" y="374904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 &lt;YOUR GITHUB LINK&gt;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Video: &lt;UNLISTED YOUTUBE LINK&gt;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code: github.com/AIRI-Institute/LLM-Microscope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3949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(83882)  ·  Bar-Ilan University  ·  Prof. Tom Tirer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one transformer layer actually do?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37360"/>
            <a:ext cx="64922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decoder stacks 12 to 80 identical blocks: multi-head attention and a non-linear MLP.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usual assumption is that every block performs a rich non-linear computation that the model cannot do without.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nobody actually measured how non-linear a single block is.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only an interpretability question — if a block is close to linear, we can delete it or replace it with a matrix and make the model smaller and faster.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589520" y="1783080"/>
            <a:ext cx="3931920" cy="237744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89520" y="196596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</a:t>
            </a:r>
            <a:endParaRPr lang="en-US" sz="6400" dirty="0"/>
          </a:p>
        </p:txBody>
      </p:sp>
      <p:sp>
        <p:nvSpPr>
          <p:cNvPr id="7" name="Text 5"/>
          <p:cNvSpPr txBox="1"/>
          <p:nvPr/>
        </p:nvSpPr>
        <p:spPr>
          <a:xfrm>
            <a:off x="7589520" y="31089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linearity score between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 decoder layers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589520" y="4251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reports ~0.99 - we measured 0.970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 ·  LECTURE 8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Background: the residual stream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972800" cy="105156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h(i+1)  =  h(i)  +  Attention( LayerNorm( h(i) ) )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h(i+2)  =  h(i+1)  +  MLP( LayerNorm( h(i+1) ) 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3063240"/>
            <a:ext cx="1060704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06324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stream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11680" y="365760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011680" y="36576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33101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303520" y="365760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303520" y="36576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i+1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080760" y="33101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595360" y="365760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CADC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595360" y="36576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i+2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372600" y="33101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3434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 writes a SMALL update back onto the stream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8006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 never replaces its input — it only ADDS to it. "Layer i is linear" means: there is ONE matrix A, shared by all tokens, with h(i+1) ≈ h(i)·A.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such an A exists, the block adds no expressive power that a plain linear layer could not add.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paper measures linearity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972800" cy="9144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linearity score  =  1  −  min over A  of  ‖ X̃ A − Ỹ ‖²_F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880360"/>
            <a:ext cx="10972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and Y are the token embeddings of two consecutive layers, both centred and normalised by their Frobenius norm.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Procrustes similarity, except the minimum runs over ALL linear maps A, not only orthogonal ones.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Normalising makes the score comparable across depth — embedding norms grow a lot with depth.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 is in [0, 1]. 1 means a perfect linear relation.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inner minimisation is plain least squares, so A* = (X̃ᵀX̃)⁻¹ X̃ᵀỸ — closed form, no training needed.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PAPER'S RESULTS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paper found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08483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6060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0632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stream scores ~0.99 at almost every depth, in GPT-2, OPT, LLaMA and BLOOM. Remove the residual component and the score collapses.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53128" y="182880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4727448" y="208483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27448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727448" y="26060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Pruning &amp; distillation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727448" y="30632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linear layers can be deleted with a small perplexity cost. Replacing them with a linear map plus distillation recovers most of the gap.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0456" y="182880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494776" y="208483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94776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494776" y="26060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Regularization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494776" y="30632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cosine term during pretraining makes layers less linear — and improves SuperGLUE and TinyStories scores for small models.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2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reproduce (1) and (2) in full. We do not reproduce (3) — pretraining a 150M model from scratch does not fit on a laptop GPU.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EXPERIMENTS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setup: the same question on a laptop GPU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206240"/>
                <a:gridCol w="4572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paper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reproduction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GPT-2 XL, OPT 2.7B, Llama2-7B, BLOOM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GPT-2, GPT-2-medium, OPT-125M, Pythia-160M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tested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BERT-base, RoBERTa-base  (our extension)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corpora, TinyStories, SuperGLUE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WikiText-2 (raw)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Distillation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layer-wise MSE training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closed-form least squares affine fit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multi-GPU cluster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RTX 3050 Ti laptop — 4 GB VRAM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85800" y="4892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small models are still a fair test: the claim is about the architecture, not about one checkpoint — so we test four different families instead of one big model.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·  REPRODUCES FIGURE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1 — linearity profiles of four decoders</a:t>
            </a:r>
            <a:endParaRPr lang="en-US" sz="3400" dirty="0"/>
          </a:p>
        </p:txBody>
      </p:sp>
      <p:pic>
        <p:nvPicPr>
          <p:cNvPr id="4" name="Image 0" descr="figures/fig1_linearity_profi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19692"/>
            <a:ext cx="6766560" cy="2384376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783080"/>
          <a:ext cx="39319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05840"/>
                <a:gridCol w="10058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res.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w/o res.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gpt2  (12L)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gpt2-medium  (24L)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opt-125m  (12L)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pythia-160m  (12L)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7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589520" y="36576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Reproduced. Removing the residual costs 0.27 - the block is not linear, the residual connection around it is.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7589520" y="43891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codebases land in the same band. Least linear layers: the last (0.8775) and the first (0.9447), exactly as the paper reports.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·  REPRODUCES FIGURE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2 — why is it so linear?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91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 adds a contribution whose norm is small compared with the residual stream it is added to. So h(i+1) ≈ h(i) — and the identity map is trivially linear.</a:t>
            </a:r>
            <a:endParaRPr lang="en-US" sz="1600" dirty="0"/>
          </a:p>
        </p:txBody>
      </p:sp>
      <p:pic>
        <p:nvPicPr>
          <p:cNvPr id="5" name="Image 0" descr="figures/fig2_norm_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832621"/>
            <a:ext cx="6949440" cy="219859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0" y="2377440"/>
            <a:ext cx="3749040" cy="3108960"/>
          </a:xfrm>
          <a:prstGeom prst="roundRect">
            <a:avLst>
              <a:gd name="adj" fmla="val 2941"/>
            </a:avLst>
          </a:prstGeom>
          <a:solidFill>
            <a:srgbClr val="F4F6F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046720" y="2560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Interior layers 2-11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2926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6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 ratio      0.347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6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cosine            0.961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3611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 adds a third of the stream's norm and barely rotates it. That is the mechanism.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429768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layers must be excluded: layer 1 (ratio 10.9 - hidden_states[0] is the raw embedding) and layer 12 (includes the final LayerNorm, cosine 0.31). The raw mean of 1.30 is meaningless.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·  WE DO NOT REPRODUCE TABLE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3 - fine-tuning made layers LESS linear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91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reports that fine-tuning increases linearity - every entry of its Table 1 is positive. We ran this twice, and the two runs disagree in a way that is more informative than either alone.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377440"/>
          <a:ext cx="109728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194560"/>
                <a:gridCol w="1920240"/>
                <a:gridCol w="1920240"/>
                <a:gridCol w="1828800"/>
                <a:gridCol w="22860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val. acc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learned?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delta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BoolQ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2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C2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+0.1106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SST-2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6E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C6E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-0.0157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figures/fig3_finetuning_del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365" y="3611880"/>
            <a:ext cx="6361671" cy="20116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406640" y="361188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FFF4F4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7680960" y="37947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8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paper's direction appeared only when the model FAILED.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7680960" y="434340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1's final loss, 0.6511, is the entropy of the class prior (0.663) - it learned P(y) and nothing else. A collapsed representation is trivially linear.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So: never report a linearity delta without the task accuracy beside it.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·  REPRODUCES FIGURES 6-8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4 — pruning the most linear layers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916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layer is almost a linear map, deleting it should cost little. We rank GPT-2's layers by linearity and compare three deletion strategies by WikiText-2 perplexity. Full model: 37.57.</a:t>
            </a:r>
            <a:endParaRPr lang="en-US" sz="1400" dirty="0"/>
          </a:p>
        </p:txBody>
      </p:sp>
      <p:pic>
        <p:nvPicPr>
          <p:cNvPr id="5" name="Image 0" descr="figures/fig4_pruning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349" y="2286000"/>
            <a:ext cx="4869863" cy="3291840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2286000"/>
          <a:ext cx="50292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554480"/>
                <a:gridCol w="1371600"/>
                <a:gridCol w="137160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linear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C6E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174.3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C6E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671.1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319.1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2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1447.2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2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418.8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2746.5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492240" y="4114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at k=1,2 - then loses to random.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492240" y="44805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GPT-2's four most linear layers are 2, 3, 4, 5 - adjacent. Deleting a contiguous block removes a whole stage of computation; random deletions spread the damage. Greedy top-k ignores that layers interact.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·  OUR CHEAP DISTILLATION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5 — replace the layer instead of deleting it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916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trains the replacement with a distillation loss. But when the target is linear, that objective IS a least-squares problem - so we solve it in closed form. Seconds instead of hours.</a:t>
            </a:r>
            <a:endParaRPr lang="en-US" sz="1400" dirty="0"/>
          </a:p>
        </p:txBody>
      </p:sp>
      <p:pic>
        <p:nvPicPr>
          <p:cNvPr id="5" name="Image 0" descr="figures/fig5_linear_replac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062" y="2286000"/>
            <a:ext cx="5038435" cy="329184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2286000"/>
          <a:ext cx="50292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463040"/>
                <a:gridCol w="1554480"/>
                <a:gridCol w="128016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affine map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R2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C6E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C6E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319.1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C6E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C6E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492240" y="4114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curves cross - and that makes sense.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492240" y="448056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small k the network absorbs a missing layer, so an imperfect approximation only adds error. At k=4, where deletion is catastrophic, the linear map cuts perplexity from 482 to 161 - three times better, exactly where the technique is needed.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PAPER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extension — are encoders secretly linear too?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FFF4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"Our analysis predominantly focuses on transformer decoders, thus the generalizability of our findings to encoder-only or encoder-decoder architectures may be limited."   — the paper's Limitations section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788920"/>
            <a:ext cx="5669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title says "transformer", but every experiment in the paper is about decoders.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the explanation they give — a small block output added to a large residual stream — is not specific to decoders at all. BERT and RoBERTa have exactly the same structure.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ran the identical measurement on BERT-base and RoBERTa-base and plotted them next to the decoders.</a:t>
            </a:r>
            <a:endParaRPr lang="en-US" sz="1400" dirty="0"/>
          </a:p>
        </p:txBody>
      </p:sp>
      <p:pic>
        <p:nvPicPr>
          <p:cNvPr id="7" name="Image 0" descr="figures/fig6_encoders_vs_decod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0411" y="2697480"/>
            <a:ext cx="4249977" cy="2743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50749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 BERT 0.9214, RoBERTa 0.9285. Far above the 0.094 floor, so the effect is real in encoders too; but below every decoder except Pythia, so it is weaker.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our results say about the paper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37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we can now argue from data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48840"/>
            <a:ext cx="5303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metric is generous TWICE. Most of a block is already linear - Q, K, V, output and both MLP layers are matrix multiplications. Only softmax and GELU are not, and everything linear is absorbed into A for free.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 is an R-squared, so it is inflated by ~d/n - and the paper never reports n.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 1 result is not robust: we got its sign only from a fine-tune that failed.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top-k pruning is the wrong rule: the most linear layers are adjacent.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we hit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2148840"/>
            <a:ext cx="5120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fine-tune that looked like it worked: +0.1106, matching the paper - until we compared 0.6175 against the 0.622 majority baseline.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learning-rate search too small to be a search: 38 optimizer steps, every candidate at chance.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float16 cannot resolve a score of 0.97 - the least squares had to move to float64 on the CPU.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free_memory(model) freed nothing: del on a parameter drops the function's local name, not the caller's reference.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torch.cuda.is_available() was False - Windows pip installs a CPU-only torch that raises no error.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0020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Decoders really are almost linear between consecutive layers - mean 0.970 across four families, falling to 0.704 once the residual is subtracted.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 holds: each interior block adds 0.35 of the stream's norm at a cosine of 0.96, so the next state is mostly the previous one.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 works for one or two layers and then fails - the most linear layers are adjacent, and a closed-form affine replacement rescues it (482 to 161 at k=4).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 NOT reproduce Table 1. A real fine-tune gave -0.0157; only a failed one gave +0.1106. A linearity delta is uninterpretable without task accuracy beside it.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Encoders are secretly linear too (BERT 0.9214, RoBERTa 0.9285) - so this belongs to residual networks, not to decoders.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·  Questions?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A — the linearity score, step by step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Take the token embeddings of two consecutive layers: X, Y of shape (n tokens × d).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Centre both matrices by subtracting the mean over tokens.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Divide each by its Frobenius norm — this makes the score scale-invariant.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Solve the least squares problem A* = (X̃ᵀX̃ + εI)⁻¹ X̃ᵀỸ in float64.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score = 1 − ‖X̃A* − Ỹ‖²_F.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checks we ran: an exact linear map gives 1.000, an independent random matrix gives ≈0.02, and ReLU on top of a linear map gives ≈0.74.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·  OUR CONTROL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B - does the score depend on how much text you measure?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37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linearity score is an R-squared, so fitting d parameters to n samples explains ~d/n of the variance by chance. We confirmed the law, then re-ran the two GPT-2 models at 3x the tokens to check that our depth reading was not an artifact of it.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514600"/>
          <a:ext cx="5120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05840"/>
                <a:gridCol w="2011680"/>
                <a:gridCol w="9144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 on random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/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514600"/>
          <a:ext cx="51206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463040"/>
                <a:gridCol w="14630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n=8192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n=24576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gpt2-medium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2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400800" y="41148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does not move. Had it been a floor artifact it should have shrunk by ~0.021, so the difference between the two models is real and the depth reading survives.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45720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caveat the paper does not discuss: any linearity score should be reported together with the n it was measured on.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2026-09-03T12:14:26Z</dcterms:created>
  <dcterms:modified xsi:type="dcterms:W3CDTF">2026-09-03T12:14:26Z</dcterms:modified>
</cp:coreProperties>
</file>